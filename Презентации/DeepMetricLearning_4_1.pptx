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11" Type="http://schemas.openxmlformats.org/officeDocument/2006/relationships/image" Target="../media/image25.png"/><Relationship Id="rId10" Type="http://schemas.openxmlformats.org/officeDocument/2006/relationships/image" Target="../media/image4.png"/><Relationship Id="rId12" Type="http://schemas.openxmlformats.org/officeDocument/2006/relationships/image" Target="../media/image24.png"/><Relationship Id="rId9" Type="http://schemas.openxmlformats.org/officeDocument/2006/relationships/image" Target="../media/image7.jp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6.jp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Metric Learning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7928323" y="5261500"/>
            <a:ext cx="37218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Спасёнов А.Ю.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Содержание лекции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6010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b="0" i="0" lang="en-US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Постановка проблемы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решения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b="0" i="0" lang="en-US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функции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 Loss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Loss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Loss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Center Loss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Loss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b="0" i="0" lang="en-US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/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Реализация на PyTorch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rabicPeriod"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Сравнение результатов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Введение. Постановка проблемы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11600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89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 решении задач компьютерного зрения достаточно редки ситуации, когда имеется много изображений, характеризующих каждый интересующий класс объектов</a:t>
            </a:r>
            <a:endParaRPr sz="2400"/>
          </a:p>
          <a:p>
            <a:pPr indent="-4889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Чаще всего имеется достаточно сильная несбалансированность классов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200" y="3939950"/>
            <a:ext cx="9144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Введение. Описание решения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Создание модели, хорошо описывающей изображения</a:t>
            </a:r>
            <a:endParaRPr/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Обучение модели таким образом, чтобы сохранялась «близость» между embedding’ами изображений, имеющих семантическое сходство</a:t>
            </a:r>
            <a:endParaRPr/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Возможность использовать полученную модель для предсказания классов, которые не были  представлены в обучающей выборке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Введение. Описание решения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90" y="2055813"/>
            <a:ext cx="5826243" cy="3745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2708" y="1771979"/>
            <a:ext cx="3815602" cy="402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6966373" y="3519655"/>
            <a:ext cx="558800" cy="533923"/>
          </a:xfrm>
          <a:prstGeom prst="plus">
            <a:avLst>
              <a:gd fmla="val 41848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Введение. Описание решения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469557" y="1825625"/>
            <a:ext cx="11392929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2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439" y="5166925"/>
            <a:ext cx="1235466" cy="9107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2225" y="5166925"/>
            <a:ext cx="1235465" cy="8932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3482" y="5166925"/>
            <a:ext cx="1235465" cy="8932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8917" y="5166925"/>
            <a:ext cx="1235465" cy="8757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99485" y="5199481"/>
            <a:ext cx="1440179" cy="8431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78648" y="5199481"/>
            <a:ext cx="1235466" cy="8431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18"/>
          <p:cNvSpPr/>
          <p:nvPr/>
        </p:nvSpPr>
        <p:spPr>
          <a:xfrm>
            <a:off x="4802658" y="5058032"/>
            <a:ext cx="2982099" cy="1118931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8808435" y="5061596"/>
            <a:ext cx="2982099" cy="1118931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19297" y="5054080"/>
            <a:ext cx="2982099" cy="1118931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3741" y="5273926"/>
            <a:ext cx="614592" cy="64633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3698490" y="5273924"/>
            <a:ext cx="1089081" cy="64633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7783017" y="5273924"/>
            <a:ext cx="1089081" cy="6463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Введение. Описание решения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Получение embedding’ов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899" y="2563933"/>
            <a:ext cx="10239901" cy="26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2590799" y="5148804"/>
            <a:ext cx="147707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312278" y="5148804"/>
            <a:ext cx="147707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4948260" y="5148804"/>
            <a:ext cx="9772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8023052" y="5148804"/>
            <a:ext cx="9772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9318080" y="5148804"/>
            <a:ext cx="18746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Fully-connected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9000307" y="2650402"/>
            <a:ext cx="16225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 Loss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20825"/>
            <a:ext cx="5310254" cy="50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6350000" y="1690688"/>
            <a:ext cx="530013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Преимущества: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Простая реализация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Можно получить компактный embedding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Недостатки: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Отсутствует «близость»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Loss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372533" y="1825625"/>
            <a:ext cx="11650134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372533" y="5988734"/>
            <a:ext cx="5896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Dimensionality Reduction by Learning an Invariant Mapping,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Raia Hadsell, Sumit Chopra, Yann LeCun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Loss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59491"/>
            <a:ext cx="456965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6096000" y="1859491"/>
            <a:ext cx="5435600" cy="4832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73" l="-2353" r="-110" t="-11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Loss</a:t>
            </a:r>
            <a:endParaRPr/>
          </a:p>
        </p:txBody>
      </p:sp>
      <p:pic>
        <p:nvPicPr>
          <p:cNvPr id="170" name="Google Shape;170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009" y="1690688"/>
            <a:ext cx="8609980" cy="230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563033" y="3993357"/>
            <a:ext cx="11065933" cy="218360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694267" y="5972860"/>
            <a:ext cx="42264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metric learning using triplet network,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Elad Hoffer, Nir Ailon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Loss</a:t>
            </a:r>
            <a:endParaRPr/>
          </a:p>
        </p:txBody>
      </p:sp>
      <p:pic>
        <p:nvPicPr>
          <p:cNvPr id="178" name="Google Shape;17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5022352" cy="4862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6096000" y="1859491"/>
            <a:ext cx="5435600" cy="39703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85" l="-2352" r="-3584" t="-13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Center Loss</a:t>
            </a:r>
            <a:endParaRPr/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18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262467" y="6176963"/>
            <a:ext cx="68664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Discriminative Feature Learning Approach for Deep Face Recognition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Yandong Wen, Kaipeng Zhang, Zhifeng Li, and Yu Qiao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Center Loss</a:t>
            </a:r>
            <a:endParaRPr/>
          </a:p>
        </p:txBody>
      </p:sp>
      <p:pic>
        <p:nvPicPr>
          <p:cNvPr id="192" name="Google Shape;192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69" y="1859491"/>
            <a:ext cx="5952931" cy="442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6096000" y="1859491"/>
            <a:ext cx="5435600" cy="39703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85" l="-2353" r="0" t="-13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Loss</a:t>
            </a:r>
            <a:endParaRPr/>
          </a:p>
        </p:txBody>
      </p:sp>
      <p:pic>
        <p:nvPicPr>
          <p:cNvPr id="199" name="Google Shape;19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7484" y="1402822"/>
            <a:ext cx="7737031" cy="229431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372533" y="3985002"/>
            <a:ext cx="11650134" cy="22013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40" r="0" t="-44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372533" y="6121334"/>
            <a:ext cx="47388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Deep Embeddings with Histogram Loss,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Evgeniya Ustinova, Victor Lempitsky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 Network,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838200" y="1355475"/>
            <a:ext cx="10515600" cy="5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EmbeddingNet(nn.Module):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__init__(self):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super(EmbeddingNet, self).__init__()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self.conv1 = nn.Conv2d(3, 32, 3)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self.conv2 = nn.Conv2d(32, 64, 3)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self.conv3 = nn.Conv2d(64, 92, 3)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self.conv4 = nn.Conv2d(92, 128, 3)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self.pool = nn.MaxPool2d(2, 2)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self.fc1 = nn.Linear(128*5*5, 128)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self.fc2 = nn.Linear(128, 64)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self.fc3 = nn.Linear(64, 32)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forward(self, x):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= F.relu(self.conv1(x))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= F.relu(self.conv2(output))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= self.pool(output)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        </a:t>
            </a:r>
            <a:endParaRPr sz="1200"/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output= self.fc3(output)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return output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get_embedding(self, x):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79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return self.forward(x)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9312" y="2563061"/>
            <a:ext cx="6303019" cy="2231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Siamese Network,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838200" y="1540475"/>
            <a:ext cx="6386384" cy="3377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SiameseNet(nn.Module):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__init__(self, embedding_net):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super(SiameseNet, self).__init__()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self.embedding_net = embedding_net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forward(self, x1, x2):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output1 = self.embedding_net(x1)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output2 = self.embedding_net(x2)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output1, output2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get_embedding(self, x):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self.embedding_net(x)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275" y="1215022"/>
            <a:ext cx="3632885" cy="4673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Loss,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838199" y="1540476"/>
            <a:ext cx="10101649" cy="3459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ContrastiveLoss(nn.Module):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__init__(self, margin):        						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super(ContrastiveLoss, self).__init__()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self.margin = margin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forward(self, output1, output2, target):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distances = (output2 - output1).pow(2).sum(1)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losses = 0.5 * (target.float() *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distances + (1 + -1 * target).float() *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F.relu(self.margin –distances.sqrt()).pow(2))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losses.mean()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275" y="1215022"/>
            <a:ext cx="3646496" cy="469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Siamese Network,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838200" y="1540476"/>
            <a:ext cx="7124076" cy="4365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embedding_net = EmbeddingNet()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= SiameseNet(embedding_net)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loss_fn = ContrastiveLoss(margin)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batch_idx, (data, target) in enumerate(train_loader):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optimizer.zero_grad()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outputs = model(*data)	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loss_outputs = loss_fn(*loss_inputs)	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loss = loss_outputs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losses.append(loss.item())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total_loss += loss.item()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loss.backward()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optimizer.step()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Network,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838200" y="1540475"/>
            <a:ext cx="6386384" cy="378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TripletNet(nn.Module):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__init__(self, embedding_net):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super(TripletNet, self).__init__()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self.embedding_net = embedding_net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forward(self, x1, x2, x3):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output1 = self.embedding_net(x1)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output2 = self.embedding_net(x2)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output3 = self.embedding_net(x3)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output1, output2, output3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get_embedding(self, x):        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self.embedding_net(x)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8585" y="1418839"/>
            <a:ext cx="3662958" cy="382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Loss, PyTorch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838200" y="1515762"/>
            <a:ext cx="8940114" cy="42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TripletLoss(nn.Module):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__init__(self, margin):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super(TripletLoss, self).__init__()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self.margin = margin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 forward(self, anchor, positive, negative):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distance_positive = (anchor - positive).pow(2).sum(1)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distance_negative = (anchor - negative).pow(2).sum(1)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losses = F.relu(distance_positive –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distance_negative +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self.margin)      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losses.mean()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8585" y="1418839"/>
            <a:ext cx="3662958" cy="382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Сравнение результатов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Cifar 10 -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648" y="2298358"/>
            <a:ext cx="5426703" cy="4242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Сравнение результатов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Cifar 10 -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8850" y="2593504"/>
            <a:ext cx="3493520" cy="334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326" y="2593504"/>
            <a:ext cx="3493520" cy="334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6374" y="2595507"/>
            <a:ext cx="3491430" cy="334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1812325" y="5992297"/>
            <a:ext cx="14040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 Loss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361028" y="5992297"/>
            <a:ext cx="16990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Loss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9335783" y="5992297"/>
            <a:ext cx="1225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Triplet Loss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