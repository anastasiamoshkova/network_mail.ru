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afafa76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afafa76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ae77354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ae77354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fafa76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afafa76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fafa76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afafa76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fafa76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afafa76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afafa76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afafa76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afafa76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afafa76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afafa76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afafa76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afafa76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afafa76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afafa76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afafa76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afafa76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afafa76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fafa76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afafa76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afafa76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afafa76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ae77354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ae7735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Metric Learning for discriminative features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Typical classification architecture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8832299" cy="3955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4239625"/>
            <a:ext cx="89205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since matrix-vector product is just a vector of scalar products of this vector and corresponding matrix rows. 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763" y="1152475"/>
            <a:ext cx="6482231" cy="12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050" y="2471500"/>
            <a:ext cx="6743650" cy="18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4337450"/>
            <a:ext cx="85206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Norm of weight matrix </a:t>
            </a:r>
            <a:r>
              <a:rPr b="1" lang="en-GB"/>
              <a:t>W</a:t>
            </a:r>
            <a:r>
              <a:rPr lang="en-GB"/>
              <a:t> is constrained to 1.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700" y="445025"/>
            <a:ext cx="6636642" cy="1898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6207" y="2162090"/>
            <a:ext cx="4928048" cy="1030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1909" y="3331312"/>
            <a:ext cx="6636641" cy="1037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 idea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What if we replace cos(theta) with cos(m*theta)?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2223900"/>
            <a:ext cx="8520600" cy="6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Since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914" y="1518250"/>
            <a:ext cx="394966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350" y="2459975"/>
            <a:ext cx="52578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3488675"/>
            <a:ext cx="8520600" cy="14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stricter condition for correct classification. Formula for any theta in [0, …, pi]: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For </a:t>
            </a:r>
            <a:r>
              <a:rPr b="1" lang="en-GB"/>
              <a:t>k</a:t>
            </a:r>
            <a:r>
              <a:rPr lang="en-GB"/>
              <a:t> in [1, …, m]: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5">
            <a:alphaModFix/>
          </a:blip>
          <a:srcRect b="0" l="0" r="0" t="9272"/>
          <a:stretch/>
        </p:blipFill>
        <p:spPr>
          <a:xfrm>
            <a:off x="6851850" y="2733150"/>
            <a:ext cx="2182650" cy="44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9255" y="3857705"/>
            <a:ext cx="4924044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385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called Large Margin Softmax.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Black - Traditional Softmax.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Orange - </a:t>
            </a:r>
            <a:r>
              <a:rPr lang="en-GB"/>
              <a:t>Large Margin Softmax with m=2.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550" y="96850"/>
            <a:ext cx="44787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449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have inflection points which may lead to local optima </a:t>
            </a:r>
            <a:r>
              <a:rPr lang="en-GB"/>
              <a:t>convergence</a:t>
            </a:r>
            <a:r>
              <a:rPr lang="en-GB"/>
              <a:t>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Let’s modify formula: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7550" y="635954"/>
            <a:ext cx="3906299" cy="3871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2700875"/>
            <a:ext cx="4421626" cy="74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Larger margin for classification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50704" r="0" t="0"/>
          <a:stretch/>
        </p:blipFill>
        <p:spPr>
          <a:xfrm>
            <a:off x="1843725" y="3105500"/>
            <a:ext cx="5617455" cy="194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 rotWithShape="1">
          <a:blip r:embed="rId3">
            <a:alphaModFix/>
          </a:blip>
          <a:srcRect b="0" l="0" r="49295" t="0"/>
          <a:stretch/>
        </p:blipFill>
        <p:spPr>
          <a:xfrm>
            <a:off x="1682813" y="1091025"/>
            <a:ext cx="5778374" cy="19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CosineFace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Another approach: let’s normalize </a:t>
            </a:r>
            <a:r>
              <a:rPr b="1" lang="en-GB"/>
              <a:t>x</a:t>
            </a:r>
            <a:r>
              <a:rPr lang="en-GB"/>
              <a:t>, and </a:t>
            </a:r>
            <a:r>
              <a:rPr lang="en-GB"/>
              <a:t>then </a:t>
            </a:r>
            <a:r>
              <a:rPr lang="en-GB"/>
              <a:t>rescale it with some big constant </a:t>
            </a:r>
            <a:r>
              <a:rPr b="1" lang="en-GB"/>
              <a:t>s</a:t>
            </a:r>
            <a:r>
              <a:rPr lang="en-GB"/>
              <a:t>.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For example</a:t>
            </a:r>
            <a:r>
              <a:rPr b="1" lang="en-GB"/>
              <a:t> s</a:t>
            </a:r>
            <a:r>
              <a:rPr lang="en-GB"/>
              <a:t> = 64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113" y="2159176"/>
            <a:ext cx="6837775" cy="14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Angular Margin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then, let’s shift down the whole cosinusoid. 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25" y="3123400"/>
            <a:ext cx="8520600" cy="17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will push decision boundary even further.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25" y="1666975"/>
            <a:ext cx="8090825" cy="12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ArcFace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Finally, we can directly increase theta. This is one of the best approaches.</a:t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250" y="1752025"/>
            <a:ext cx="7863500" cy="11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Local optima!?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6475" y="882350"/>
            <a:ext cx="4594725" cy="34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074" y="1850800"/>
            <a:ext cx="3754649" cy="279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decision boundaries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275" y="1631950"/>
            <a:ext cx="759142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thought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3916800"/>
            <a:ext cx="852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You can combine all of these crazy loss functions into a single loss function! </a:t>
            </a:r>
            <a:endParaRPr/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1597"/>
            <a:ext cx="9144001" cy="2360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Visualisation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/>
              <a:t>https://www.desmos.com/calculator/hyt1xlpqkl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